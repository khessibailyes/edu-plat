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Plateforme éducative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de digitalisation du système éducatif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utilisateurs, documents,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PHP, MySQL, HTML, CSS, 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Admin, Teacher, Student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moderne et sécurisée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